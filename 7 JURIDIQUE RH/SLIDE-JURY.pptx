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et vérifications : SOURCES-ET-VERIFICATIONS.md.</a:t>
            </a:r>
          </a:p>
          <a:p/>
          <a:p>
            <a:r>
              <a:t>La SAS est une proposition ; décision et coût à valider par les fondateurs. Formalités du montage, compétences, assurances et contrats restent à confirmer avant le pilote. Aucune autorisation ni performance n’est annoncée comme obtenue.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75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75D65"/>
                </a:solidFill>
                <a:latin typeface="Aptos"/>
              </a:defRPr>
            </a:pPr>
            <a:r>
              <a:t>SOLAR WRAP  /  CÔTE D’IVOIRE                                  MAXIME · JURIDIQUE ET RH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3300" b="1">
                <a:solidFill>
                  <a:srgbClr val="075D65"/>
                </a:solidFill>
                <a:latin typeface="Aptos"/>
              </a:defRPr>
            </a:pPr>
            <a:r>
              <a:t>Un démarrage simple et organisé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17343F"/>
                </a:solidFill>
                <a:latin typeface="Aptos"/>
              </a:defRPr>
            </a:pPr>
            <a:r>
              <a:t>Un kit solaire pour aider à alimenter le froid des camions clients.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3566160" cy="2423160"/>
          </a:xfrm>
          <a:prstGeom prst="roundRect">
            <a:avLst/>
          </a:prstGeom>
          <a:solidFill>
            <a:srgbClr val="E6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42616"/>
            <a:ext cx="640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D9793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63824"/>
            <a:ext cx="3182112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75D65"/>
                </a:solidFill>
                <a:latin typeface="Aptos"/>
              </a:defRPr>
            </a:pPr>
            <a:r>
              <a:t>UNE INSTALLATION SÛRE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22191"/>
            <a:ext cx="3182112" cy="960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7343F"/>
                </a:solidFill>
                <a:latin typeface="Aptos"/>
              </a:defRPr>
            </a:pPr>
            <a:r>
              <a:t>Vérifier les règles du camion</a:t>
            </a:r>
          </a:p>
          <a:p>
            <a:pPr>
              <a:spcAft>
                <a:spcPts val="700"/>
              </a:spcAft>
              <a:defRPr sz="1600" b="0">
                <a:solidFill>
                  <a:srgbClr val="17343F"/>
                </a:solidFill>
                <a:latin typeface="Aptos"/>
              </a:defRPr>
            </a:pPr>
            <a:r>
              <a:t>et de l’installation électrique.</a:t>
            </a:r>
          </a:p>
          <a:p>
            <a:pPr>
              <a:spcAft>
                <a:spcPts val="700"/>
              </a:spcAft>
              <a:defRPr sz="1600" b="0">
                <a:solidFill>
                  <a:srgbClr val="17343F"/>
                </a:solidFill>
                <a:latin typeface="Aptos"/>
              </a:defRPr>
            </a:pPr>
            <a:r>
              <a:t>Confirmer les assurances.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468880"/>
            <a:ext cx="3566160" cy="2423160"/>
          </a:xfrm>
          <a:prstGeom prst="roundRect">
            <a:avLst/>
          </a:prstGeom>
          <a:solidFill>
            <a:srgbClr val="E6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2642616"/>
            <a:ext cx="640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D9793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3163824"/>
            <a:ext cx="3182112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75D65"/>
                </a:solidFill>
                <a:latin typeface="Aptos"/>
              </a:defRPr>
            </a:pPr>
            <a:r>
              <a:t>DES ENGAGEMENTS ÉCRITS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3822191"/>
            <a:ext cx="3182112" cy="960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7343F"/>
                </a:solidFill>
                <a:latin typeface="Aptos"/>
              </a:defRPr>
            </a:pPr>
            <a:r>
              <a:t>Client, fournisseur,</a:t>
            </a:r>
          </a:p>
          <a:p>
            <a:pPr>
              <a:spcAft>
                <a:spcPts val="700"/>
              </a:spcAft>
              <a:defRPr sz="1600" b="0">
                <a:solidFill>
                  <a:srgbClr val="17343F"/>
                </a:solidFill>
                <a:latin typeface="Aptos"/>
              </a:defRPr>
            </a:pPr>
            <a:r>
              <a:t>installateur et assureur :</a:t>
            </a:r>
          </a:p>
          <a:p>
            <a:pPr>
              <a:spcAft>
                <a:spcPts val="700"/>
              </a:spcAft>
              <a:defRPr sz="1600" b="0">
                <a:solidFill>
                  <a:srgbClr val="17343F"/>
                </a:solidFill>
                <a:latin typeface="Aptos"/>
              </a:defRPr>
            </a:pPr>
            <a:r>
              <a:t>qui fait quoi et qui garantit quoi.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2468880"/>
            <a:ext cx="3566160" cy="2423160"/>
          </a:xfrm>
          <a:prstGeom prst="roundRect">
            <a:avLst/>
          </a:prstGeom>
          <a:solidFill>
            <a:srgbClr val="E6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2642616"/>
            <a:ext cx="640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D9793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3163824"/>
            <a:ext cx="3182112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075D65"/>
                </a:solidFill>
                <a:latin typeface="Aptos"/>
              </a:defRPr>
            </a:pPr>
            <a:r>
              <a:t>LES BONNES COMPÉTENCES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3822191"/>
            <a:ext cx="3182112" cy="9601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7343F"/>
                </a:solidFill>
                <a:latin typeface="Aptos"/>
              </a:defRPr>
            </a:pPr>
            <a:r>
              <a:t>Les fondateurs organisent.</a:t>
            </a:r>
          </a:p>
          <a:p>
            <a:pPr>
              <a:spcAft>
                <a:spcPts val="700"/>
              </a:spcAft>
              <a:defRPr sz="1600" b="0">
                <a:solidFill>
                  <a:srgbClr val="17343F"/>
                </a:solidFill>
                <a:latin typeface="Aptos"/>
              </a:defRPr>
            </a:pPr>
            <a:r>
              <a:t>Une personne supervise la technique.</a:t>
            </a:r>
          </a:p>
          <a:p>
            <a:pPr>
              <a:spcAft>
                <a:spcPts val="700"/>
              </a:spcAft>
              <a:defRPr sz="1600" b="0">
                <a:solidFill>
                  <a:srgbClr val="17343F"/>
                </a:solidFill>
                <a:latin typeface="Aptos"/>
              </a:defRPr>
            </a:pPr>
            <a:r>
              <a:t>Un partenaire pose et entretient.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166360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200" b="1">
                <a:solidFill>
                  <a:srgbClr val="17343F"/>
                </a:solidFill>
                <a:latin typeface="Aptos"/>
              </a:defRPr>
            </a:pPr>
            <a:r>
              <a:t>SAS proposée pour préparer l’arrivée d’investisseurs.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870448"/>
            <a:ext cx="109728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075D65"/>
                </a:solidFill>
                <a:latin typeface="Aptos"/>
              </a:defRPr>
            </a:pPr>
            <a:r>
              <a:t>Tester chez un client avant de promettre des économies.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3676D"/>
                </a:solidFill>
                <a:latin typeface="Aptos"/>
              </a:defRPr>
            </a:pPr>
            <a:r>
              <a:t>Propositions du pôle Juridique / RH, à valider par le groupe · Version 4 · 27 octobre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WRAP — Note juridique et organisation RH — Présentation</dc:title>
  <dc:subject/>
  <dc:creator>Maxime — Groupe 8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