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étapes, du terrain à l'échelle. Le pilote client, au centre, est l'étape clé : 1 à 2 transporteurs pendant 6 mois, pilote payant, résultats mesurés.
Validation (cadrage, prototype) : 0,18 puis 0,37 M€, sans revenu.
Commercialisation (pilote, premiers contrats, Côte d'Ivoire) : les dépenses passent de 92 à 206 k€ par mois entre 2027 et 2029 ; l'équipe passe de 4 à 9 personnes ; stock et créances clients grandissent avant les revenus.
Levée 1 de 1,5 M€ : prouver le produit et la preuve client, clôture visée en février 2027. Levée 2 de 1,5 M€ après le pilote : vendre. Levée 3 de 1,5 M€ en 2029 : étendre, avant la rentabilité en 2030.
Source : modèle Finance V4, scénario central, réparti au prorata des étapes, 2027 recalé sur le pilote, hors achat des kits.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-to-market SOLAR WRAP en 6 étapes : tâches, besoin net par étape (0,18 / 0,37 / 0,55 / 0,68 / 1,9 / 0,37 M€) et trois levées de 1,5 M€ : Prouver, Vendre, Étendr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WRAP — Go-to-market : coûts et levées</dc:title>
  <dc:subject>PptxGenJS Presentation</dc:subject>
  <dc:creator>Nabil — Pôle Ventes, Groupe 8</dc:creator>
  <cp:lastModifiedBy>Nabil — Pôle Ventes, Groupe 8</cp:lastModifiedBy>
  <cp:revision>1</cp:revision>
  <dcterms:created xsi:type="dcterms:W3CDTF">2026-10-29T11:27:38Z</dcterms:created>
  <dcterms:modified xsi:type="dcterms:W3CDTF">2026-10-29T11:27:38Z</dcterms:modified>
</cp:coreProperties>
</file>